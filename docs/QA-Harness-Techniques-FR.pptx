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1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5C5C"/>
                </a:solidFill>
                <a:latin typeface="Arial"/>
              </a:rPr>
              <a:t>APERÇU DES TECHNIQUES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Arial"/>
              </a:rPr>
              <a:t>Harness QA piloté par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49039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5C5C"/>
                </a:solidFill>
                <a:latin typeface="Arial"/>
              </a:rPr>
              <a:t>Agents Cursor · conventions Playwright · garde-fous CI
Comment le harness transforme les tickets en tests automatisés fiables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Arial"/>
              </a:rPr>
              <a:t>Des insights actionnables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Focus : techniques d'ingénierie — pas le produit sous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2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Ce que nous allons couvrir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41732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161848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73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Problème et approche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1848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16733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1460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271576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27706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Agents et points d'entrée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1460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0" y="271576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77063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Stack de tests et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8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381304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3867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Conventions et garde-fous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61188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800" y="381304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386791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Happy path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0916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22960" y="491032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965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Heal on red et CI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709160"/>
            <a:ext cx="530352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0" y="4910328"/>
            <a:ext cx="6858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sz="1400" b="1">
                <a:solidFill>
                  <a:srgbClr val="FFFFFF"/>
                </a:solidFill>
                <a:latin typeface="Arial"/>
              </a:rPr>
              <a:t>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496519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</a:rPr>
              <a:t>Points clés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3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Problème et approche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Pourquoi un harness — pas seulement une suite de tests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371600"/>
            <a:ext cx="5394960" cy="457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371600"/>
            <a:ext cx="73152" cy="4572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LE DÉFI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Ticket → tests : lent et incohérent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La dérive UI casse les locators en silence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Les agents peuvent inventer des chemins ou affaiblir les asserts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Flakes et données résiduelles érodent la confiance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Les humains doivent rester dans la boucle pour le risque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94960" cy="457200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371600"/>
            <a:ext cx="73152" cy="457200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L'APPROCHE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50292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Le coordinateur délègue aux agents spécialistes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Les skills encodent des procédures répétables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Constitution : MUST / SHOULD / WON'T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Les hooks bloquent les assertions affaiblies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Portes humaines sur revue de plan et merge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Éval. de fiabilité avant de déclarer 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4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Du déclencheur aux systèmes externes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325880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Déclencheurs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9903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Tickets Jira · gaps · CI rouge · cron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84248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Coordinateur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0574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QA Orchestrator (+ runner CI headless)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42616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71576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test-writer · triage · bug-reporter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300984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374136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Analyzer, explore, heal, cleanup, eval…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959352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Stack de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032504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Features → specs → pages → fixtures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17720"/>
            <a:ext cx="2286000" cy="50292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Garde-fous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69087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Constitution · hooks · conventions · humains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76088"/>
            <a:ext cx="2286000" cy="50292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CI / externe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534924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Arial"/>
              </a:rPr>
              <a:t>GitHub Actions · Jira · projet sous test · MCPs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5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Agents et points d'entrée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Rôles étroits — le coordinateur ne fait jamais tout seul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1. Ticket Jira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CA DS-* → plan Gherkin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2. Gap couverture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UI live vs specs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3. Run CI rouge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triage → heal ou bug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81160" y="1325880"/>
            <a:ext cx="2788920" cy="14173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0876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Arial"/>
              </a:rPr>
              <a:t>4. Cron quotidien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65960"/>
            <a:ext cx="2514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5C5C"/>
                </a:solidFill>
                <a:latin typeface="Arial"/>
              </a:rPr>
              <a:t>Backlog headless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2971800"/>
            <a:ext cx="3657600" cy="2880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971800"/>
            <a:ext cx="36576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63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test-writer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Plan → specs + POMs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pom-conventions &amp; api-cleanup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Ouvre PR feat/*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2971800"/>
            <a:ext cx="3657600" cy="2880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2971800"/>
            <a:ext cx="36576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063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triage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Lecture seule sur runs rouges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Classe bug app vs dérive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Ne patch jamais le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2971800"/>
            <a:ext cx="3657600" cy="288036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2971800"/>
            <a:ext cx="3657600" cy="5029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30632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bug-reporter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37033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Crée / lie bugs Jira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Seulement si vrai bug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2D2D2D"/>
                </a:solidFill>
                <a:latin typeface="Arial"/>
              </a:rPr>
              <a:t>•  Jamais de self-heal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6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Stack de tests et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Couches strictes + procédures réutilisables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10972800" cy="54864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features/*.feature.md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37160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E5"/>
                </a:solidFill>
                <a:latin typeface="Arial"/>
              </a:rPr>
              <a:t>Plans Gherkin — revue humaine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10972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tests/ds*.spec.ts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11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Intention + expect() — pas de locators inline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60320"/>
            <a:ext cx="10972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pages/*.page.ts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5176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getByRole + actions — pas d'assertions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00400"/>
            <a:ext cx="10972800" cy="548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291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helpers · fixtures ·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29184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5C5C"/>
                </a:solidFill>
                <a:latin typeface="Arial"/>
              </a:rPr>
              <a:t>Flux partagés · trackProgram · storageState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02336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02336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jira-ticket-analyzer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CA → plans Gherkin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3400" y="402336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43400" y="402336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explore-and-generate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Gaps de couverture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83880" y="402336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80" y="402336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ci-failure-triage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526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Logs → diagnostic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07492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" y="507492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self-heal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Dérive POM uniquement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507492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507492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jira-bug-reporter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Bugs structurés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80" y="5074920"/>
            <a:ext cx="3657600" cy="96012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3880" y="5074920"/>
            <a:ext cx="73152" cy="9601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5257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Arial"/>
              </a:rPr>
              <a:t>suite-reliability-eval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Arial"/>
              </a:rPr>
              <a:t>eval-report.md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7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Conventions et garde-fous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Les machines appliquent ; les humains décident du risque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657600" cy="26060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63040"/>
            <a:ext cx="1463040" cy="365760"/>
          </a:xfrm>
          <a:prstGeom prst="round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MUST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11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Locators par rôle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Assertions web-first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storageState via setup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Données auto-nettoyées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Un tag par test()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280160"/>
            <a:ext cx="3657600" cy="26060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26280" y="1463040"/>
            <a:ext cx="1463040" cy="365760"/>
          </a:xfrm>
          <a:prstGeom prst="round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SHOULD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Factories Faker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Enums pour UI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JSDoc sur POM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280160"/>
            <a:ext cx="3657600" cy="26060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66760" y="1463040"/>
            <a:ext cx="1463040" cy="365760"/>
          </a:xfrm>
          <a:prstGeom prst="roundRect">
            <a:avLst/>
          </a:prstGeom>
          <a:solidFill>
            <a:srgbClr val="8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508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WON'T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11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CSS / XPath par défaut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waitForTimeout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Affaiblir les asserts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Healer un vrai bug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69080"/>
            <a:ext cx="5486400" cy="1920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73152" cy="19202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APPLIQUÉ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617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Constitution toujours active · hook bloque expect() affaiblis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≤5 délégations/tâche · ≤5 heals/run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Porte de génération + check test sur main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486400" cy="19202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19202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2519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PORTES HUMAINES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61772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Revue du plan Gherkin avant code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Confiance &lt;5 demander · 5–7 approbation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Merge jamais automatisé · ne jamais inventer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8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Happy path : ticket → vert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Un ticket = une PR ; les humains approuvent le plan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1554480"/>
            <a:ext cx="1234440" cy="1005840"/>
          </a:xfrm>
          <a:prstGeom prst="roundRect">
            <a:avLst/>
          </a:prstGeom>
          <a:solidFill>
            <a:srgbClr val="E31937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1
Déclencher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64592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87452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2
Analyser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0896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756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3
Plan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57200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00600" y="1554480"/>
            <a:ext cx="1234440" cy="1005840"/>
          </a:xfrm>
          <a:prstGeom prst="roundRect">
            <a:avLst/>
          </a:prstGeom>
          <a:solidFill>
            <a:srgbClr val="E31937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4
Revue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3504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5
Écrire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49808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8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6
Exécuter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6112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89720" y="1554480"/>
            <a:ext cx="1234440" cy="1005840"/>
          </a:xfrm>
          <a:prstGeom prst="roundRect">
            <a:avLst/>
          </a:prstGeom>
          <a:solidFill>
            <a:srgbClr val="F0F0F0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1A1A1A"/>
                </a:solidFill>
                <a:latin typeface="Arial"/>
              </a:rPr>
              <a:t>7
PR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0424160" y="1920240"/>
            <a:ext cx="201168" cy="182880"/>
          </a:xfrm>
          <a:prstGeom prst="rightArrow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652760" y="1554480"/>
            <a:ext cx="1234440" cy="1005840"/>
          </a:xfrm>
          <a:prstGeom prst="roundRect">
            <a:avLst/>
          </a:prstGeom>
          <a:solidFill>
            <a:srgbClr val="E31937"/>
          </a:solidFill>
          <a:ln w="15875">
            <a:solidFill>
              <a:srgbClr val="E31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8
Éval.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017520"/>
            <a:ext cx="5394960" cy="2834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017520"/>
            <a:ext cx="73152" cy="28346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HUMAIN DANS LA BOUCLE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6616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Revue du plan avant toute écriture de specs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Merge de PR jamais automatisé par les agents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Porte de confiance sur les edits incertains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017520"/>
            <a:ext cx="5394960" cy="283464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017520"/>
            <a:ext cx="73152" cy="28346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32004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Arial"/>
              </a:rPr>
              <a:t>PORTES QUALITÉ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3566160"/>
            <a:ext cx="5029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Job CI test vert après ouverture de PR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eval-report.md rafraîchi avant Done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Checks vides/rouges → stop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9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Heal on red et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Classifier d'abord — le bon signal à la bonne porte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325880"/>
            <a:ext cx="365760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325880"/>
            <a:ext cx="3657600" cy="9144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Arial"/>
              </a:rPr>
              <a:t>Vrai bug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bug-reporter → Jira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Jamais de self-heal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1325880"/>
            <a:ext cx="365760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325880"/>
            <a:ext cx="3657600" cy="914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Arial"/>
              </a:rPr>
              <a:t>Dérive de locator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self-heal → patch pages/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Assertions inchangées · ≤5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80" y="1325880"/>
            <a:ext cx="3657600" cy="2011680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80" y="1325880"/>
            <a:ext cx="3657600" cy="91440"/>
          </a:xfrm>
          <a:prstGeom prst="rect">
            <a:avLst/>
          </a:prstGeom>
          <a:solidFill>
            <a:srgbClr val="8B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1528"/>
                </a:solidFill>
                <a:latin typeface="Arial"/>
              </a:rPr>
              <a:t>Inconclusif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057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Stop &amp; escalader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2D2D2D"/>
                </a:solidFill>
                <a:latin typeface="Arial"/>
              </a:rPr>
              <a:t>•  Pas de guess silencieux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566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Déclencheur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5661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Suite / job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Intention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931920"/>
            <a:ext cx="11064240" cy="43891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00507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Pull request →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0050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@smoke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0050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Confiance rapide sur chaque PR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34840"/>
            <a:ext cx="11064240" cy="438912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50799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Push → main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5079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@sanity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079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Contrôle post-merge plus large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937760"/>
            <a:ext cx="11064240" cy="438912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1091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Dispatch manuel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5010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@regression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0109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Suite complète à la demande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440680"/>
            <a:ext cx="11064240" cy="438912"/>
          </a:xfrm>
          <a:prstGeom prst="round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513832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Cron quotidien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0" y="551383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QA orchestrator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55138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Arial"/>
              </a:rPr>
              <a:t>Backlog via cursor-agent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64240" cy="13716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Arial"/>
              </a:rPr>
              <a:t>CGI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5379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Arial"/>
              </a:rPr>
              <a:t>Harness QA — Aperçu des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Arial"/>
              </a:rPr>
              <a:t>10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Points clés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498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Techniques réutilisables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37160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417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Séparer coordination et travail spécialisé — l'orchestrator délègue, les agents restent étroits.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01168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0574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Encoder le processus en skills ; la sécurité en constitution + hooks, pas en espoir.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265176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697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Empiler les tests : plans → assertions → locators → données.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29184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3375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Classifier avant de healer — dérive → POM ; bugs produit → Jira.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931920"/>
            <a:ext cx="411480" cy="411480"/>
          </a:xfrm>
          <a:prstGeom prst="ellipse">
            <a:avLst/>
          </a:prstGeom>
          <a:solidFill>
            <a:srgbClr val="E3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9776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2D"/>
                </a:solidFill>
                <a:latin typeface="Arial"/>
              </a:rPr>
              <a:t>Les humains approuvent plan et merge ; les agents apportent la vitesse dans ces rails.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31937"/>
                </a:solidFill>
                <a:latin typeface="Arial"/>
              </a:rPr>
              <a:t>Questions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5C5C"/>
                </a:solidFill>
                <a:latin typeface="Arial"/>
              </a:rPr>
              <a:t>docs/harness-diagram.md · .cursor/rules/ · .cursor/skills/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